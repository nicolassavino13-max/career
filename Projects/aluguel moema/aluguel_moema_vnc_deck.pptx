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56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Morar perto do Ibirapuera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ED7D31"/>
                </a:solidFill>
                <a:latin typeface="Arial"/>
              </a:rPr>
              <a:t>Com o mínimo de ruído de Congonhas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rial"/>
              </a:rPr>
              <a:t>Busca Moema Pássaros + VNC miolo  ·  Maio 2026  ·  Orçamento ALL-IN ~R$ 7.500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 história em uma linha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Objetivo → Onde → Achados → Visitas →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92024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05740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Parque + silêncio + orçamento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192024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205740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Onde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Ruas certas &gt; bairro certo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828800"/>
            <a:ext cx="192024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20574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Achados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461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3 portais, 10 imóveis ranqueados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828800"/>
            <a:ext cx="192024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205740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Visitas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461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Top 3 + teste de ruído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1828800"/>
            <a:ext cx="192024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40" y="2057400"/>
            <a:ext cx="548640" cy="5486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148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Decisão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461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Confirmar vidro, andar, face do dorm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56698"/>
                </a:solidFill>
                <a:latin typeface="Arial"/>
              </a:rPr>
              <a:t>Mensagem-chave: ruído de avião é filtro #1 — preço e m² vêm depois.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 que estamos otimizando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Três critérios — nesta ordem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1  Ruído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Miolo de quadra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Ruas prioritárias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Evitar avenidas / Índios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2  Isolamento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Vidro laminado/duplo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Prédio 2014+ como proxy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Dorm para o miolo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371600"/>
            <a:ext cx="3520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27000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3  Vida no bairro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~10 min Ibirapuera a pé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1 dorm · 35–60 m²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ALL-IN ≤ R$ 7.500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Onde focar no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Não é só o bairro — é a rua e a face do prédio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03520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48235"/>
                </a:solidFill>
                <a:latin typeface="Arial"/>
              </a:rPr>
              <a:t>PRIORIZAR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Moema Pássaros — oeste da Av. Ibirapuera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VNC miolo — Afonso Braz, Domingos Leme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Ruas: Canário, Rouxinol, Pintassilgo, Pavão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Dormitório para pátio / miolo de quadra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303520" cy="43891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rial"/>
              </a:rPr>
              <a:t>EVITAR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Moema Índios — corredor norte de aviões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Frente Av. Moema, Ibirapuera, Santo Amaro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Andar baixo em zona exposta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Diogo Jácome perto Bandeirantes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95959"/>
                </a:solidFill>
                <a:latin typeface="Arial"/>
              </a:rPr>
              <a:t>Congonhas aproxima pelo norte → miolo oeste e quadra densa amortecem o corredor.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Como buscamos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Filtros estruturados + busca por ruas prioritárias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520440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QuintoAndar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Melhor encaixe
rua + orçamento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52044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ZAP Imóveis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Destaque em
Pintassilgo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35204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45920"/>
            <a:ext cx="35204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Imovelweb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Sem listagens
auditáveis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46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ALL-IN = Aluguel + Condomínio + IPTU (sem taxa portal)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Vidro acústico: busca por linguagem natural → zero hits explícitos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95959"/>
                </a:solidFill>
                <a:latin typeface="Arial"/>
              </a:rPr>
              <a:t>10 imóveis ranqueados · Top 3 prontos para visita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Três insights da busca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9903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25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Arial"/>
              </a:rPr>
              <a:t>Oferta ideal concentra-se no QuintoAndar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733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Moema Pássaros e VNC miolo — melhor relação rua prioritária + ALL-IN.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Arial"/>
              </a:rPr>
              <a:t>Nenhum anúncio cita vidro acústico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7919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Campo quase sempre "não informado". Prédio 2014+ (ex. Today Moema) é proxy, não prova.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solidFill>
            <a:srgbClr val="056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1071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375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060"/>
                </a:solidFill>
                <a:latin typeface="Arial"/>
              </a:rPr>
              <a:t>ZAP traz o melhor custo em rua prioritária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8503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Pintassilgo 50 m² — ALL-IN R$ 3.612. Imovelweb precisa rodada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Top 3 para visitar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Shortlist — ruído baixo + rua prioritária + dentro do teto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10972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2060"/>
                </a:solidFill>
                <a:latin typeface="Arial"/>
              </a:rPr>
              <a:t>#1  Rua Canário · 37 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48235"/>
                </a:solidFill>
                <a:latin typeface="Arial"/>
              </a:rPr>
              <a:t>ALL-IN ~R$ 3.422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Risco baixo · miolo Pássaros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20440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2060"/>
                </a:solidFill>
                <a:latin typeface="Arial"/>
              </a:rPr>
              <a:t>#2  Av. Rouxinol · 43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2060"/>
                </a:solidFill>
                <a:latin typeface="Arial"/>
              </a:rPr>
              <a:t>ALL-IN ~R$ 5.313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4747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12º–15º · reformado · mobiliado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352044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2060"/>
                </a:solidFill>
                <a:latin typeface="Arial"/>
              </a:rPr>
              <a:t>#3  Rua Pintassilgo · 50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7D31"/>
                </a:solidFill>
                <a:latin typeface="Arial"/>
              </a:rPr>
              <a:t>ALL-IN R$ 3.612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47472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ZAP · melhor custo/rua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Lente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Preço baixo não compensa exposição ao corredor aéreo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11680" cy="10972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Baixo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Canário, Pintassilgo, Rouxinol (alto)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2011680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Médio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Today Moema / Pavão — prédio novo, via aberta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51960"/>
            <a:ext cx="20116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572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Alto — descartar salvo prova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43484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Moema Índios, Av. Moema 3º, Av. Iraí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4 perguntas para o corretor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Confirmar antes de reservar visita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72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As janelas do dorm são laminado ou duplo? Qual espessura?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2374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Em que ano o prédio foi entregue?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39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7530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5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O dorm abre para miolo de quadra ou para rua/avenida?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7200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2686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17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5959"/>
                </a:solidFill>
                <a:latin typeface="Arial"/>
              </a:rPr>
              <a:t>Qual andar exato da unidade?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"Posso visitar nos horários de pico de voos, com janelas fechadas e abertas?"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Protocolo de visita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O teste de ruído é inegociável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463040" cy="77724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Horário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00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Manhã cedo + fim de tarde, dias úteis (pico Congonhas)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60320"/>
            <a:ext cx="1463040" cy="77724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No quarto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69747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Janelas fechadas → ouvir 3 min → abrir → comparar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1463040" cy="77724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587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Ferramenta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794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Decibelímetro no celular — registrar pico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54879"/>
            <a:ext cx="1463040" cy="777240"/>
          </a:xfrm>
          <a:prstGeom prst="rect">
            <a:avLst/>
          </a:prstGeom>
          <a:solidFill>
            <a:srgbClr val="F2F4F8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7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2060"/>
                </a:solidFill>
                <a:latin typeface="Arial"/>
              </a:rPr>
              <a:t>Descarte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892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Se dorm exposto + andar baixo em zona Índios → sair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Da busca à decisão em 5 movimentos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Fechar orçamento ALL-IN real e preferência mobiliado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Agendar visitas #1–3 nos horários de pico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1155680" cy="685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91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Repetir Imovelweb manualmente (VNC + ruas prioritárias)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23359"/>
            <a:ext cx="11155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60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Criar alertas QuintoAndar/ZAP nas ruas da shortlist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92040"/>
            <a:ext cx="11155680" cy="685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Descartar Índios e avenidas salvo teste comprovar ruído baixo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Como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D2E6"/>
                </a:solidFill>
                <a:latin typeface="Arial"/>
              </a:rPr>
              <a:t>Framework simples pós-visita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4389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Ruído no dorm (pico)  →  peso 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Vidro / ano do prédio  →  peso 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ALL-IN + mobiliado  →  peso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</a:rPr>
              <a:t>Distância Ibirapuera / metrô  →  peso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56698"/>
                </a:solidFill>
                <a:latin typeface="Arial"/>
              </a:rPr>
              <a:t>Recomendação: visitar Canário, Rouxinol e Pintassilgo esta semana.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